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s\vpteam\GLIDE-Net\docs\assets\exampl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786384"/>
            <a:ext cx="1923627" cy="47548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117043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spc="22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课程实践 · 2026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13232" y="1481328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2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GLIDE-Net</a:t>
            </a:r>
            <a:endParaRPr lang="en-US" sz="5200" dirty="0"/>
          </a:p>
        </p:txBody>
      </p:sp>
      <p:sp>
        <p:nvSpPr>
          <p:cNvPr id="5" name="Text 2"/>
          <p:cNvSpPr txBox="1"/>
          <p:nvPr/>
        </p:nvSpPr>
        <p:spPr>
          <a:xfrm>
            <a:off x="713232" y="230428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铁路表面缺陷检测工作站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713232" y="2926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从复现论文到做成能演示的系统，覆盖分割、检测、分级和四种推理后端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13232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0.8718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0.0501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286000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0.9129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max-F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0.9475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max-E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13232" y="48280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四项指标与论文一致，与 11 种方法对比 S-measure 排第一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13232" y="58978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课程实践小组 7 人，A 到 G 各自负责一块，分工和验收证据见 docs/team.md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635240" y="56875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右侧是系统对测试图 101.bmp 的真实输出。掩膜来自分割分支，框和类别来自检测分支。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任务定义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一张钢轨图上的三个问题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人工巡检靠眼睛和手电，一个天窗点只能走几公里。系统要回答的是同一张图上的三个层次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084832"/>
            <a:ext cx="3493008" cy="2395728"/>
          </a:xfrm>
          <a:prstGeom prst="roundRect">
            <a:avLst>
              <a:gd name="adj" fmla="val 229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分割 · 像素级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59689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缺陷落在哪些像素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962656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GLIDE-Net 接收 RGB 与深度四通道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输出逐像素概率掩膜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主指标是 S-measure 和 MAE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与论文对齐到四位小数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15968" y="2084832"/>
            <a:ext cx="3493008" cy="2395728"/>
          </a:xfrm>
          <a:prstGeom prst="roundRect">
            <a:avLst>
              <a:gd name="adj" fmla="val 229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17136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 · 实例级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17136" y="259689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这块缺陷属于哪一类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17136" y="2962656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YOLOv8m 在 NEU-DET 六类上训练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输出候选框和置信度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类别由检测分支提供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mAP@0.5 为 0.772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65008" y="2084832"/>
            <a:ext cx="3493008" cy="2395728"/>
          </a:xfrm>
          <a:prstGeom prst="roundRect">
            <a:avLst>
              <a:gd name="adj" fmla="val 229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66176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 · 决策级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259689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要不要停机复检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66176" y="2962656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规则引擎，不训练模型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面积、细长比和置信度合成评分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落到轻微、中等、严重三档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阈值由真值面积分布标定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46320"/>
            <a:ext cx="10600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课程实践的重心放在后两层，以及把三层串成一条能跑起来的流水线。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2 页 · 任务定义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模型结构沿用原论文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总参数 242.06 M，可训练的只有 29.91 M。8 GB 显存装不下全量微调，冻结主干加轻量适配是走得通的做法</a:t>
            </a:r>
            <a:endParaRPr lang="en-US" sz="1250" dirty="0"/>
          </a:p>
        </p:txBody>
      </p:sp>
      <p:pic>
        <p:nvPicPr>
          <p:cNvPr id="7" name="Image 0" descr="D:\projects\vpteam\GLIDE-Net\docs\assets\glide-net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92224"/>
            <a:ext cx="6949440" cy="41665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82128" y="184708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242.06 M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882128" y="2359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总参数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82128" y="277977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29.91 M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88212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可训练，占 12.4%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7882128" y="37124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213.86 M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7882128" y="42245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冻结的 Hiera 主干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464515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12.26 GB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7882128" y="515721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全量微调的峰值显存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882128" y="55961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可训练部分是 Adapter 1.71 M、CNN-RGB 8.96 M、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CNN-Depth 8.94 M、CMF 2.61 M 和 MSDEF 7.68 M。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图为 tools/make_diagrams.py 生成，左侧 RGB 与深度两条输入，中间三个 CMF 做跨模态融合，右侧 MSDEF 解码到四个尺度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复现结果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复现结果对得上论文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四项指标都落在小数点后四位，后面的工程增量才站得住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0.8718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结构相似度 · 主指标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28416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9584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max-F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0.9129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 F 值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9904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91072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0.9475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最大增强对齐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51392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052560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0.0501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平均绝对误差 · 越低越好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4564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 排名前五，全表 12 行（含本组）在 predictions/metrics.csv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85616"/>
          <a:ext cx="50292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GLIDE-Net（本组）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MENet-KD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0.8562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RDNet-KD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0.0581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OpenRSS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0.0529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SAINet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66928" y="3785616"/>
            <a:ext cx="5029200" cy="310896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378561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3456432" y="378561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53712" y="378561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34564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四个消融变体的 S 与差值</a:t>
            </a:r>
            <a:endParaRPr lang="en-US" sz="11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3785616"/>
          <a:ext cx="3840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消融变体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w_o_Transformer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0.7096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-0.1622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w_o_MSDEF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0.8641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w_o_CMF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0.8662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w_o_CNN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0.8676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-0.0042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31" name="Shape 27"/>
          <p:cNvSpPr/>
          <p:nvPr/>
        </p:nvSpPr>
        <p:spPr>
          <a:xfrm>
            <a:off x="7406640" y="3785616"/>
            <a:ext cx="3840480" cy="310896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461504" y="378561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消融变体</a:t>
            </a:r>
            <a:endParaRPr lang="en-US" sz="1050" dirty="0"/>
          </a:p>
        </p:txBody>
      </p:sp>
      <p:sp>
        <p:nvSpPr>
          <p:cNvPr id="33" name="Text 29"/>
          <p:cNvSpPr txBox="1"/>
          <p:nvPr/>
        </p:nvSpPr>
        <p:spPr>
          <a:xfrm>
            <a:off x="9290304" y="3785616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10296144" y="3785616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7406640" y="535838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拿掉 Transformer 掉 0.16，模型基本失效。其余三项都在 0.008 以内。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数据来自 predictions/metrics.csv 和 ablation/metrics.csv，对比图在 docs/assets/comparison-bars.png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消融里最值得追问的一项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四个变体都按预期下降，唯独去掉深度 CNN 只掉 0.0042。查下来问题在数据管线，不在模型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24942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w_o_Transformer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75888" y="2276856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75888" y="2276856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5472" y="22494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-0.1622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0779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w_o_MSDEF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675888" y="2935224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75888" y="2935224"/>
            <a:ext cx="160612" cy="256032"/>
          </a:xfrm>
          <a:prstGeom prst="roundRect">
            <a:avLst>
              <a:gd name="adj" fmla="val 17080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05472" y="29077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-0.0077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661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w_o_CMF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75888" y="3593592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5888" y="3593592"/>
            <a:ext cx="116809" cy="256032"/>
          </a:xfrm>
          <a:prstGeom prst="roundRect">
            <a:avLst>
              <a:gd name="adj" fmla="val 23484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05472" y="35661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-0.0056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22452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w_o_CNN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675888" y="4251960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5888" y="4251960"/>
            <a:ext cx="87607" cy="256032"/>
          </a:xfrm>
          <a:prstGeom prst="roundRect">
            <a:avLst>
              <a:gd name="adj" fmla="val 31313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05472" y="42245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-0.0042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847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 相对完整模型（S = 0.8718）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49560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是主干，拿掉就塌。另外三项各自不到 0.01，单看数字会以为这三个模块都没用。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47888" y="1847088"/>
            <a:ext cx="3364992" cy="3017520"/>
          </a:xfrm>
          <a:prstGeom prst="roundRect">
            <a:avLst>
              <a:gd name="adj" fmla="val 181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449056" y="1993392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深度这一项为什么可疑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449056" y="2304288"/>
            <a:ext cx="2962656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数据集里的深度是 16 位 TIFF，PIL 的 convert("L") 会把它压成纯白，深度通道实际是常数。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换成 min-max 拉伸后，掩膜 IoU 仍是 0.9916，说明现权重没学到深度。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要验证这部分模块的贡献，得用拉伸后的数据重训，这条列进了后续工作。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详见 docs/dataset.md §1.1 与 docs/experiment-log.md 问题 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从模型到能演示的系统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论文只评掩膜，课堂演示需要能上传、能出报告、能批量跑</a:t>
            </a:r>
            <a:endParaRPr lang="en-US" sz="1250" dirty="0"/>
          </a:p>
        </p:txBody>
      </p:sp>
      <p:pic>
        <p:nvPicPr>
          <p:cNvPr id="7" name="Image 0" descr="D:\projects\vpteam\GLIDE-Net\docs\assets\system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92224"/>
            <a:ext cx="8138160" cy="368436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796528" y="1792224"/>
            <a:ext cx="2834640" cy="3200400"/>
          </a:xfrm>
          <a:prstGeom prst="roundRect">
            <a:avLst>
              <a:gd name="adj" fmla="val 193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997696" y="193852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四层各管什么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97696" y="2249424"/>
            <a:ext cx="243230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数据层 读取 RGB 与深度，做 EXIF 校正和归一化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模型层 分割、检测、分级三个引擎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服务层 调度、结果融合、异常兜底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展示层 工作站界面、命令行、报告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61441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接口只定义一次，InspectionReport.as_dict() 同时喂给界面、CSV 和评测脚本。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图为 tools/make_diagrams.py 生成的 drawio 源文件导出，可以继续编辑；每条连线上都标了真实数据形状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单图流水线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单图流水线怎么走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 362 张串行跑下来 P50 是 60.9 ms，其中分割 40.2 ms、检测 11.3 ms</a:t>
            </a:r>
            <a:endParaRPr lang="en-US" sz="1250" dirty="0"/>
          </a:p>
        </p:txBody>
      </p:sp>
      <p:pic>
        <p:nvPicPr>
          <p:cNvPr id="7" name="Image 0" descr="D:\projects\vpteam\GLIDE-Net\docs\assets\inspection-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810512"/>
            <a:ext cx="11475720" cy="404779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9070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两个阈值的实际取值是 26 和 55，图像级判定取最严重的那一块区域。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图为 tools/make_diagrams.py 生成，底部虚线框里是分级公式和阈值；改常量后界面、CSV 与评测脚本一起变，不会各说各话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分级标定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分级阈值是量出来的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数据集只有二值掩膜，没有严重度标注，分级只能做成规则。可阈值不能凭感觉定</a:t>
            </a:r>
            <a:endParaRPr lang="en-US" sz="1250" dirty="0"/>
          </a:p>
        </p:txBody>
      </p:sp>
      <p:pic>
        <p:nvPicPr>
          <p:cNvPr id="7" name="Image 0" descr="D:\projects\vpteam\GLIDE-Net\docs\assets\severity-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83664"/>
            <a:ext cx="7406640" cy="233931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28432" y="1920240"/>
            <a:ext cx="3611880" cy="2212848"/>
          </a:xfrm>
          <a:prstGeom prst="roundRect">
            <a:avLst>
              <a:gd name="adj" fmla="val 2479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0" y="2066544"/>
            <a:ext cx="3209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第一版定错了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2377440"/>
            <a:ext cx="32095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AREA_REFERENCE = 0.12 还带 sqrt，抽 40 张跑下来 40 张全判严重，三档退化成一档。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真值面积的分位数是 p50 0.25、p90 0.52。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28432" y="4315968"/>
            <a:ext cx="3611880" cy="1280160"/>
          </a:xfrm>
          <a:prstGeom prst="roundRect">
            <a:avLst>
              <a:gd name="adj" fmla="val 4286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229600" y="4462272"/>
            <a:ext cx="3209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重新标定后（全量 362 张）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4773168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轻微 102 / 中等 120 / 严重 140，三档比例接近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49884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参考值改成 0.55，约等于真值面积的 p93，同时去掉 sqrt。第一次只抽 40 张就下结论，全量复测才看出来。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6928" y="4937760"/>
            <a:ext cx="7223760" cy="1188720"/>
          </a:xfrm>
          <a:prstGeom prst="roundRect">
            <a:avLst>
              <a:gd name="adj" fmla="val 461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68096" y="5084064"/>
            <a:ext cx="6821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标定没有碰评测指标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8096" y="5394960"/>
            <a:ext cx="6821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分位数取自真值掩膜的面积分布，S-measure 和 MAE 一个都没参与。所以调阈值只会改变判定，不会让复现分数变好看。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详见 docs/severity.md §3 与 docs/experiment-log.md 问题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系统实测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362 张测试图的实测数据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下表每个数字都能用一条命令重跑，口径写在第三列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93392"/>
          <a:ext cx="6675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项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覆盖 / 失败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 / 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全量测试集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掩膜 IoU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P10 0.7106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/ R 0.904 / 0.914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端到端 P50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 ms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P95 98.2 ms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 100 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成功 / 0 失败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 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吞吐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11.27 img/s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含叠加图落盘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类别覆盖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 100 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1993392"/>
            <a:ext cx="6675120" cy="329184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993392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816352" y="199339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102352" y="1993392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口径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06640" y="1993392"/>
            <a:ext cx="4206240" cy="1627632"/>
          </a:xfrm>
          <a:prstGeom prst="roundRect">
            <a:avLst>
              <a:gd name="adj" fmla="val 3371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607808" y="2139696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检测分支的短板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607808" y="2450592"/>
            <a:ext cx="38039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mAP@0.5 为 0.7721，低于 0.85 的目标。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拖累主要来自 crazing 0.403 和 rolled-in_scale 0.682，细纹理和框标注偏主观是主因。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06640" y="3767328"/>
            <a:ext cx="4206240" cy="1371600"/>
          </a:xfrm>
          <a:prstGeom prst="roundRect">
            <a:avLst>
              <a:gd name="adj" fmla="val 400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607808" y="3913632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系统为什么还能用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07808" y="4224528"/>
            <a:ext cx="3803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检测只负责类别和框，像素定位由分割保证。龟裂漏检时掩膜仍在，报告里记为未分类缺陷。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846320"/>
            <a:ext cx="6675120" cy="932688"/>
          </a:xfrm>
          <a:prstGeom prst="roundRect">
            <a:avLst>
              <a:gd name="adj" fmla="val 588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68096" y="4992624"/>
            <a:ext cx="6272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 100 张的类别分布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" y="5303520"/>
            <a:ext cx="627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夹杂 17　斑块 16　麻点 6　划伤 4　氧化皮压入 2　龟裂 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数据来自 docs/assets/system-eval.json、batch-summary.json 和 detection-metrics.json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四种后端的实测延迟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张真实图和 5 次预热，计时前后同步 CUDA，两次独立重跑差不到 1%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93392"/>
          <a:ext cx="6675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00584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后端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img/s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掩膜 IoU（均值 / 最小）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torch-fp32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基线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torch-fp16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0.9813 / 0.9638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onnx-fp32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0.9999 / 0.9998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onnx-fp16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0.9812 / 0.9627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1993392"/>
            <a:ext cx="6675120" cy="310896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99339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33472" y="1993392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547872" y="199339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img/s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199339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掩膜 IoU（均值 / 最小）</a:t>
            </a:r>
            <a:endParaRPr lang="en-US" sz="1050" dirty="0"/>
          </a:p>
        </p:txBody>
      </p:sp>
      <p:pic>
        <p:nvPicPr>
          <p:cNvPr id="13" name="Image 0" descr="D:\projects\vpteam\GLIDE-Net\docs\assets\late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3675888"/>
            <a:ext cx="6675120" cy="221531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406640" y="1993392"/>
            <a:ext cx="4206240" cy="1389888"/>
          </a:xfrm>
          <a:prstGeom prst="roundRect">
            <a:avLst>
              <a:gd name="adj" fmla="val 3947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607808" y="2139696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选用 torch fp16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7607808" y="2450592"/>
            <a:ext cx="3803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40.2 ms，比 fp32 快 2.18 倍。掩膜 IoU 0.981，最差 0.964。不用导出，权重一改就生效。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406640" y="3566160"/>
            <a:ext cx="4206240" cy="1417320"/>
          </a:xfrm>
          <a:prstGeom prst="roundRect">
            <a:avLst>
              <a:gd name="adj" fmla="val 3871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07808" y="3712464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TensorRT 没做完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4023360"/>
            <a:ext cx="3803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DLL 依赖已经解决，引擎构建要的显存和页面文件不够，本机做不下去。报告里不写任何 TensorRT 的数字。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的定位是可移植，fp32 ONNX 与 torch 的误差只有 2.7e-05，延迟并不更快　NVIDIA GeForce RTX 4060 Laptop GPU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过程问题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几个花了时间才修对的问题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下面这些在 docs/experiment-log.md 里都有现象、原因和改法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38528"/>
            <a:ext cx="11057839" cy="1152144"/>
          </a:xfrm>
          <a:prstGeom prst="roundRect">
            <a:avLst>
              <a:gd name="adj" fmla="val 476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08483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延迟第一次量出了一倍误差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95728"/>
            <a:ext cx="106555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初测端到端 175 ms，重测是 88 ms。没预热、没同步、样本只有 12 张，还把同时在跑的 GPU 训练算进去了。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改法是把预热次数和 cuda.synchronize() 写进基准脚本，固定 24 张样本，两次重跑差异压到 1% 以内。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218688"/>
            <a:ext cx="11057839" cy="1152144"/>
          </a:xfrm>
          <a:prstGeom prst="roundRect">
            <a:avLst>
              <a:gd name="adj" fmla="val 476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68096" y="336499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架构图导出来是空白横条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675888"/>
            <a:ext cx="106555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画图脚本里写了裸的 &lt;b&gt; 标签，文件本身就不是合法 XML。draw.io 命令行照样返回 0，导出的 PNG 只有 2200×101。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现在生成器统一转义，并检查盒子不越界、不重叠，XML 是否合法也进了验收项。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498848"/>
            <a:ext cx="11057839" cy="1152144"/>
          </a:xfrm>
          <a:prstGeom prst="roundRect">
            <a:avLst>
              <a:gd name="adj" fmla="val 476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64515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检测精度没到目标值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956048"/>
            <a:ext cx="106555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YOLOv8m 训满 150 epoch，test 180 张上 mAP@0.5 是 0.7721，目标是 0.85。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逐类看，crazing 0.403、rolled-in_scale 0.682，另外四类都在 0.83 以上。报告里给了三条改法，没做成的不写成做成了。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11 页 · 过程问题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现在能做什么，还差什么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能演示的部分都有命令和文件对应，没做完的部分也写清楚停在哪一步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486400" cy="1920240"/>
          </a:xfrm>
          <a:prstGeom prst="roundRect">
            <a:avLst>
              <a:gd name="adj" fmla="val 2857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031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现在已经能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414016"/>
            <a:ext cx="5084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论文四项指标复现，S 0.8718，MAE 0.0501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362 张端到端 0 失败，P50 60.9 ms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工作站、批量命令行和 40 项自检断言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44768" y="1956816"/>
            <a:ext cx="5486400" cy="1920240"/>
          </a:xfrm>
          <a:prstGeom prst="roundRect">
            <a:avLst>
              <a:gd name="adj" fmla="val 2857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45936" y="21031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还没做完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14016"/>
            <a:ext cx="5084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检测 mAP@0.5 为 0.772，低于 0.85 的目标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TensorRT 引擎没构建出来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深度流没有用拉伸后的数据重训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078224"/>
            <a:ext cx="11057839" cy="1554480"/>
          </a:xfrm>
          <a:prstGeom prst="roundRect">
            <a:avLst>
              <a:gd name="adj" fmla="val 3529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22452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接下来三件事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535424"/>
            <a:ext cx="10655503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用拉伸后的深度重训，看 CMF 和 CNN 分支的真实贡献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分割与检测放两个 CUDA stream，把 60.9 ms 压到 45 ms 左右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拿到产线的人工评级，做分级一致性检验（Cohen's κ）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12 页 · 总结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可复现性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这些数字怎么复核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所有承诺都能用命令跑一遍，任何一条不满足，脚本返回非零退出码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93392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3969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tools/verify.py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4688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项断言，覆盖指标、评测口径、文档链接、忽略规则、图表和单测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090672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68096" y="323697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pytest tests -q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5661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个用例全过，只用 CPU，不需要权重和 GPU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187952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3342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app.main --port 7860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663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四点五秒起服务，四个 Tab 都在现场点过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99248" y="1993392"/>
            <a:ext cx="3913632" cy="2286000"/>
          </a:xfrm>
          <a:prstGeom prst="roundRect">
            <a:avLst>
              <a:gd name="adj" fmla="val 240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900416" y="2139696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 下 11 篇文档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48716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 · 功能 · 数据 · 评测 · 分级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 · 实验日志 · 分工 · 验收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 · 索引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3675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每个数字都标了来源文件，每张图由脚本生成，不手改 PNG。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99248" y="4443984"/>
            <a:ext cx="3913632" cy="1115568"/>
          </a:xfrm>
          <a:prstGeom prst="roundRect">
            <a:avLst>
              <a:gd name="adj" fmla="val 4918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900416" y="4590288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小组分工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900416" y="4901184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小组 7 人（A 到 G），分工和验收证据见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docs/team.md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GLIDE-Net 铁路表面缺陷检测</dc:title>
  <dc:subject>PptxGenJS Presentation</dc:subject>
  <dc:creator>GLIDE-Net course practice</dc:creator>
  <cp:lastModifiedBy>GLIDE-Net course practice</cp:lastModifiedBy>
  <cp:revision>1</cp:revision>
  <dcterms:created xsi:type="dcterms:W3CDTF">2026-10-22T14:57:34Z</dcterms:created>
  <dcterms:modified xsi:type="dcterms:W3CDTF">2026-10-22T14:57:34Z</dcterms:modified>
</cp:coreProperties>
</file>