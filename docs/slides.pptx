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projects\vpteam\GLIDE-Net\docs\assets\example-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822960"/>
            <a:ext cx="914400" cy="46177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117043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220" kern="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PRACTICE · 2026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713232" y="1481328"/>
            <a:ext cx="6766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2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GLIDE-Net</a:t>
            </a:r>
            <a:endParaRPr lang="en-US" sz="5200" dirty="0"/>
          </a:p>
        </p:txBody>
      </p:sp>
      <p:sp>
        <p:nvSpPr>
          <p:cNvPr id="5" name="Text 2"/>
          <p:cNvSpPr txBox="1"/>
          <p:nvPr/>
        </p:nvSpPr>
        <p:spPr>
          <a:xfrm>
            <a:off x="713232" y="2304288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铁路表面缺陷检测工作站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713232" y="29260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从论文复现到可演示的系统：RGB-D 分割 · 六类检测 · 三级分级 · 四后端部署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13232" y="391363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0.8718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442569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S-measure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391363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0.0501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2286000" y="442569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391363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0.9129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442569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max-F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391363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0.9475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5394960" y="442569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max-E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713232" y="4828032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与论文四位小数一致 · 12 种对比方法中 S-measure 第一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882128" y="559612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左侧图为系统真实输出：红/橙掩膜来自分割分支，黄框与类别来自检测分支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任务定义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一个问题，三种答案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人工巡检靠眼睛和手电；系统要给出可量化、可复检的证据链，而不只是一张热力图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2084832"/>
            <a:ext cx="3493008" cy="2395728"/>
          </a:xfrm>
          <a:prstGeom prst="roundRect">
            <a:avLst>
              <a:gd name="adj" fmla="val 2290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68096" y="2231136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4C9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分割 · 像素级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596896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哪些像素是缺陷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2962656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GLIDE-Net，RGB-D 四通道输入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输出逐像素概率掩膜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主指标 S-measure / MAE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与论文四位小数对齐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15968" y="2084832"/>
            <a:ext cx="3493008" cy="2395728"/>
          </a:xfrm>
          <a:prstGeom prst="roundRect">
            <a:avLst>
              <a:gd name="adj" fmla="val 2290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17136" y="2231136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检测 · 实例级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17136" y="2596896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缺陷是什么类别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17136" y="2962656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YOLOv8m，NEU-DET 六类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输出框 + 置信度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类别由检测分支提供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mAP@0.5 = 0.772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65008" y="2084832"/>
            <a:ext cx="3493008" cy="2395728"/>
          </a:xfrm>
          <a:prstGeom prst="roundRect">
            <a:avLst>
              <a:gd name="adj" fmla="val 2290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266176" y="2231136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分级 · 决策级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66176" y="2596896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要不要停机复检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66176" y="2962656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规则引擎，不是学习模型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面积 × 细长 × 置信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 light / medium / severe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阈值由真值面积分布标定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828032"/>
            <a:ext cx="106006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三者不冲突，而是同一张图上的三种粒度。课程实践的工作量集中在后两层，以及把它们串成一条可运行流水线的工程层。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 2 页 · 任务定义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冻结主干，只训 12.4%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242.06 M 参数里只有 29.91 M 可训练——这是 8 GB 显存逼出来的设计，也是它的合理性所在</a:t>
            </a:r>
            <a:endParaRPr lang="en-US" sz="1250" dirty="0"/>
          </a:p>
        </p:txBody>
      </p:sp>
      <p:pic>
        <p:nvPicPr>
          <p:cNvPr id="7" name="Image 0" descr="D:\projects\vpteam\GLIDE-Net\docs\assets\glide-net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938528"/>
            <a:ext cx="11204143" cy="914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66928" y="468172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242.06 M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51937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总参数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3364992" y="468172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29.91 M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3364992" y="51937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可训练（12.4%）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163056" y="468172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213.86 M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163056" y="51937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冻结的 Hiera 主干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961120" y="468172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12.26 GB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8961120" y="51937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全量微调峰值（装不下）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 1.71 M · CNN-RGB 8.96 M · CNN-Depth 8.94 M · CMF 2.61 M · MSDEF 7.68 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复现结果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四项指标，逐位对齐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不是“接近”，是小数点后四位一致——这证明代码链路与论文完全相同，后续增量才有意义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2596896" cy="1243584"/>
          </a:xfrm>
          <a:prstGeom prst="roundRect">
            <a:avLst>
              <a:gd name="adj" fmla="val 4412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68096" y="213969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spc="5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S-measure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395728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0.8718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2926080"/>
            <a:ext cx="223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结构相似度 · 主指标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28416" y="2011680"/>
            <a:ext cx="2596896" cy="1243584"/>
          </a:xfrm>
          <a:prstGeom prst="roundRect">
            <a:avLst>
              <a:gd name="adj" fmla="val 4412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29584" y="213969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spc="5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max-F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29584" y="2395728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0.9129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3529584" y="2926080"/>
            <a:ext cx="223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最大 F 值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89904" y="2011680"/>
            <a:ext cx="2596896" cy="1243584"/>
          </a:xfrm>
          <a:prstGeom prst="roundRect">
            <a:avLst>
              <a:gd name="adj" fmla="val 4412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291072" y="213969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spc="5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291072" y="2395728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0.9475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6291072" y="2926080"/>
            <a:ext cx="223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最大增强对齐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851392" y="2011680"/>
            <a:ext cx="2596896" cy="1243584"/>
          </a:xfrm>
          <a:prstGeom prst="roundRect">
            <a:avLst>
              <a:gd name="adj" fmla="val 4412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052560" y="213969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spc="5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052560" y="2395728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0.0501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9052560" y="2926080"/>
            <a:ext cx="223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平均绝对误差 · 越低越好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340156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种对比方法中排名第一：S 0.8718，次优 MENet-KD 0.8562</a:t>
            </a:r>
            <a:endParaRPr lang="en-US" sz="1200" dirty="0"/>
          </a:p>
        </p:txBody>
      </p:sp>
      <p:pic>
        <p:nvPicPr>
          <p:cNvPr id="24" name="Image 0" descr="D:\projects\vpteam\GLIDE-Net\docs\assets\comparison-ba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3749040"/>
            <a:ext cx="6903720" cy="914400"/>
          </a:xfrm>
          <a:prstGeom prst="rect">
            <a:avLst/>
          </a:prstGeom>
        </p:spPr>
      </p:pic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99248" y="3749040"/>
          <a:ext cx="37490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05840"/>
                <a:gridCol w="10058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消融变体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w_o_CMF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-0.0056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w_o_CNN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-0.0042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w_o_MSDEF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-0.0077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w_o_Transformer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-0.1622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完整模型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7699248" y="3749040"/>
            <a:ext cx="3749040" cy="292608"/>
          </a:xfrm>
          <a:prstGeom prst="rect">
            <a:avLst/>
          </a:prstGeom>
          <a:solidFill>
            <a:srgbClr val="101821"/>
          </a:solidFill>
          <a:ln w="12700">
            <a:solidFill>
              <a:srgbClr val="101821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754112" y="3749040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消融变体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9491472" y="3749040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10497312" y="3749040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7699248" y="5394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ΔS 相对完整模型；去掉 Transformer 直接掉 0.16</a:t>
            </a:r>
            <a:endParaRPr lang="en-US" sz="950" dirty="0"/>
          </a:p>
        </p:txBody>
      </p:sp>
      <p:sp>
        <p:nvSpPr>
          <p:cNvPr id="31" name="Text 27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来源 predictions/metrics.csv、ablation/metrics.csv；图为 tools/make_charts.py 生成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消融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 是命脉，深度分支几乎没吃到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最有价值的一条不是“哪个模块有用”，而是“为什么深度没用”——它指向一个数据管线缺陷</a:t>
            </a:r>
            <a:endParaRPr lang="en-US" sz="1250" dirty="0"/>
          </a:p>
        </p:txBody>
      </p:sp>
      <p:pic>
        <p:nvPicPr>
          <p:cNvPr id="7" name="Image 0" descr="D:\projects\vpteam\GLIDE-Net\docs\assets\ablation-ba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920240"/>
            <a:ext cx="6858000" cy="914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589520" y="1920240"/>
            <a:ext cx="4041648" cy="2103120"/>
          </a:xfrm>
          <a:prstGeom prst="roundRect">
            <a:avLst>
              <a:gd name="adj" fmla="val 2609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790688" y="2066544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四个变体的 ΔS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790688" y="2377440"/>
            <a:ext cx="363931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w/o Transformer　−0.1622　模型基本失效</a:t>
            </a:r>
            <a:endParaRPr lang="en-US" sz="12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w/o MSDEF　　　 −0.0077</a:t>
            </a:r>
            <a:endParaRPr lang="en-US" sz="12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w/o CMF　　　　 −0.0056</a:t>
            </a:r>
            <a:endParaRPr lang="en-US" sz="12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w/o CNN(深度)　−0.0042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589520" y="4169664"/>
            <a:ext cx="4041648" cy="1481328"/>
          </a:xfrm>
          <a:prstGeom prst="roundRect">
            <a:avLst>
              <a:gd name="adj" fmla="val 3704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790688" y="4315968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为什么深度几乎无效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790688" y="4626864"/>
            <a:ext cx="36393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位 TIFF 被 convert("L") 饱和成纯白，深度通道是常数；</a:t>
            </a:r>
            <a:endParaRPr lang="en-US" sz="10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换成 min-max 拉伸后掩膜 IoU 仍为 0.9916 → 现权重对深度不敏感，需重训才能验真。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详见 docs/dataset.md §1.1 与 docs/experiment-log.md 问题 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系统架构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把模型变成系统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论文只评掩膜；课程实践要的是能按下按钮、能写报告、能追责的东西</a:t>
            </a:r>
            <a:endParaRPr lang="en-US" sz="1250" dirty="0"/>
          </a:p>
        </p:txBody>
      </p:sp>
      <p:pic>
        <p:nvPicPr>
          <p:cNvPr id="7" name="Image 0" descr="D:\projects\vpteam\GLIDE-Net\docs\assets\system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1901952"/>
            <a:ext cx="11240719" cy="914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66928" y="579729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四层：数据 → 模型（分割 / 检测 / 分级）→ 服务（引擎 + 融合 + 容错）→ 展示（工作站 / CLI / 报告）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0624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接口只定义一次：InspectionReport.as_dict() 同时喂给 UI、CSV 与评测脚本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图为 tools/make_diagrams.py 生成的 drawio 源文件导出，可编辑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单图流水线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两条分支，一个报告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串行 P50 60.9 ms；阈值滑块改变的不只是图，而是下游每一个数字</a:t>
            </a:r>
            <a:endParaRPr lang="en-US" sz="1250" dirty="0"/>
          </a:p>
        </p:txBody>
      </p:sp>
      <p:pic>
        <p:nvPicPr>
          <p:cNvPr id="7" name="Image 0" descr="D:\projects\vpteam\GLIDE-Net\docs\assets\inspection-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608" y="1920240"/>
            <a:ext cx="11606479" cy="914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224528"/>
            <a:ext cx="11057839" cy="1298448"/>
          </a:xfrm>
          <a:prstGeom prst="roundRect">
            <a:avLst>
              <a:gd name="adj" fmla="val 4225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68096" y="4370832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分级规则（唯一事实来源：app/engines/severity.py）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4681728"/>
            <a:ext cx="106555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= 100 · min(1, area / 0.55) · (1 + 0.18 · min(1, (elong − 1) / 6)) · (0.75 + 0.25 · conf)</a:t>
            </a:r>
            <a:endParaRPr lang="en-US" sz="12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 &lt;  26  ≤  medium  &lt;  55  ≤  severe　　图像级判定取最严重区域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改阈值只需要动一行常量；UI、CSV、评测报告同步变化，不会出现口径漂移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分级标定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先量数据，再定阈值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数据集只有二值掩膜、没有严重度标注，所以分级是规则不是模型——但阈值必须由数据决定</a:t>
            </a:r>
            <a:endParaRPr lang="en-US" sz="1250" dirty="0"/>
          </a:p>
        </p:txBody>
      </p:sp>
      <p:pic>
        <p:nvPicPr>
          <p:cNvPr id="7" name="Image 0" descr="D:\projects\vpteam\GLIDE-Net\docs\assets\severity-d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975104"/>
            <a:ext cx="6766560" cy="914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534656" y="1975104"/>
            <a:ext cx="4114800" cy="1993392"/>
          </a:xfrm>
          <a:prstGeom prst="roundRect">
            <a:avLst>
              <a:gd name="adj" fmla="val 2752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735824" y="2121408"/>
            <a:ext cx="3712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初版踩的坑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735824" y="2432304"/>
            <a:ext cx="371246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AREA_REFERENCE = 0.12 + sqrt</a:t>
            </a:r>
            <a:endParaRPr lang="en-US" sz="11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40 张里 40 张全判 severe</a:t>
            </a:r>
            <a:endParaRPr lang="en-US" sz="11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（三档退化成一档，无法用于决策）</a:t>
            </a:r>
            <a:endParaRPr lang="en-US" sz="1150" dirty="0"/>
          </a:p>
          <a:p>
            <a:pPr algn="l" indent="0" marL="0">
              <a:lnSpc>
                <a:spcPct val="132000"/>
              </a:lnSpc>
              <a:buNone/>
            </a:pPr>
            <a:endParaRPr lang="en-US" sz="11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真值面积分位：p50 0.25 / p90 0.52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534656" y="4114800"/>
            <a:ext cx="4114800" cy="1225296"/>
          </a:xfrm>
          <a:prstGeom prst="roundRect">
            <a:avLst>
              <a:gd name="adj" fmla="val 4478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735824" y="4261104"/>
            <a:ext cx="3712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标定后（全量 362 张）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735824" y="4572000"/>
            <a:ext cx="3712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102 / medium 120 / severe 140　三档均衡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4864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改为 AREA_REFERENCE = 0.55（≈ p93）+ 去掉 sqrt，并做全量复测——抽样验证曾给出错误结论。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详见 docs/severity.md §3 与 docs/experiment-log.md 问题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系统实测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数字、口径，和一条反例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全量 362 张 + 批量 100 张；下表每个数都能用一条命令重跑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93392"/>
          <a:ext cx="6492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011680"/>
                <a:gridCol w="23774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项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实测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覆盖 / 失败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 / 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全量测试集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掩膜 IoU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0.8325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P10 0.7106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0.9037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 / R 0.904 / 0.914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端到端 P50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60.9 ms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P95 98.2 ms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批量 100 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/ 0 失败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8.87 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吞吐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11.27 img/s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含叠加图落盘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类别覆盖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类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批量 100 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1993392"/>
            <a:ext cx="6492240" cy="329184"/>
          </a:xfrm>
          <a:prstGeom prst="rect">
            <a:avLst/>
          </a:prstGeom>
          <a:solidFill>
            <a:srgbClr val="101821"/>
          </a:solidFill>
          <a:ln w="12700">
            <a:solidFill>
              <a:srgbClr val="10182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" y="1993392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2724912" y="19933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736592" y="1993392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口径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406640" y="1993392"/>
            <a:ext cx="4206240" cy="1737360"/>
          </a:xfrm>
          <a:prstGeom prst="roundRect">
            <a:avLst>
              <a:gd name="adj" fmla="val 3158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607808" y="2139696"/>
            <a:ext cx="3803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检测分支（如实报告）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607808" y="2450592"/>
            <a:ext cx="3803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mAP@0.5 = 0.7721</a:t>
            </a:r>
            <a:endParaRPr lang="en-US" sz="11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0.718 / R 0.745</a:t>
            </a:r>
            <a:endParaRPr lang="en-US" sz="11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 0.85 → 未达标：crazing 0.403、rolled-in_scale 0.682 拖累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406640" y="3913632"/>
            <a:ext cx="4206240" cy="1417320"/>
          </a:xfrm>
          <a:prstGeom prst="roundRect">
            <a:avLst>
              <a:gd name="adj" fmla="val 3871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607808" y="4059936"/>
            <a:ext cx="3803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为什么系统仍然可用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07808" y="4370832"/>
            <a:ext cx="3803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检测只提供类别与框，像素定位由分割保证；龟裂漏检时掩膜仍在，只是标为“未分类缺陷”。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来源 docs/assets/system-eval.json、batch-summary.json、detection-metrics.json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每个加速都附上代价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ONNX 不是加速方案；TensorRT 未完成——这两句话都写在报告里，而不是只写在备注里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93392"/>
          <a:ext cx="6675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1005840"/>
                <a:gridCol w="27432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后端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img/s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掩膜 IoU（均值 / 最小）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torch-fp32-cuda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1.0000 / 1.0000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torch-fp16-cuda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1.0000 / 1.0000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onnx-fp32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0.9999 / 0.9998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onnx-fp16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0.9812 / 0.9627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1993392"/>
            <a:ext cx="6675120" cy="310896"/>
          </a:xfrm>
          <a:prstGeom prst="rect">
            <a:avLst/>
          </a:prstGeom>
          <a:solidFill>
            <a:srgbClr val="101821"/>
          </a:solidFill>
          <a:ln w="12700">
            <a:solidFill>
              <a:srgbClr val="10182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" y="1993392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2633472" y="1993392"/>
            <a:ext cx="80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3547872" y="1993392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img/s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53712" y="1993392"/>
            <a:ext cx="2633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掩膜 IoU（均值 / 最小）</a:t>
            </a:r>
            <a:endParaRPr lang="en-US" sz="1050" dirty="0"/>
          </a:p>
        </p:txBody>
      </p:sp>
      <p:pic>
        <p:nvPicPr>
          <p:cNvPr id="13" name="Image 0" descr="D:\projects\vpteam\GLIDE-Net\docs\assets\laten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3675888"/>
            <a:ext cx="6675120" cy="9144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7406640" y="1993392"/>
            <a:ext cx="4206240" cy="1627632"/>
          </a:xfrm>
          <a:prstGeom prst="roundRect">
            <a:avLst>
              <a:gd name="adj" fmla="val 3371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607808" y="2139696"/>
            <a:ext cx="3803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选用 torch fp16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7607808" y="2450592"/>
            <a:ext cx="38039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40.2 ms，比 fp32 快 2.18×</a:t>
            </a:r>
            <a:endParaRPr lang="en-US" sz="12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掩膜 IoU 0.981 / 最差 0.964</a:t>
            </a:r>
            <a:endParaRPr lang="en-US" sz="12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无导出步骤，权重更新即生效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7406640" y="3785616"/>
            <a:ext cx="4206240" cy="1572768"/>
          </a:xfrm>
          <a:prstGeom prst="roundRect">
            <a:avLst>
              <a:gd name="adj" fmla="val 3488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7607808" y="3931920"/>
            <a:ext cx="3803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TensorRT：未完成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7607808" y="4242816"/>
            <a:ext cx="3803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DLL 依赖已解决，但 8 GB 显存被训练占满 + 页面文件不足 → 引擎构建被系统拒绝。不写入任何 TRT 数字。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张真实图 + 5 次预热 + cuda.synchronize()；两次独立重跑差异 &lt; 1%（NVIDIA GeForce RTX 4060 Laptop GPU）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工程反思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三个我们愿意主动讲的错误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报告的诚实度取决于它记录了多少自己的弯路，而不是它隐藏了多少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938528"/>
            <a:ext cx="11057839" cy="1170432"/>
          </a:xfrm>
          <a:prstGeom prst="roundRect">
            <a:avLst>
              <a:gd name="adj" fmla="val 4688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68096" y="2084832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延迟错了 2 倍，而且方向是对的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395728"/>
            <a:ext cx="1065550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179 → 88 ms。没预热、没 synchronize()、样本只有 12 张，还把 GPU 训练一起算进去。</a:t>
            </a:r>
            <a:endParaRPr lang="en-US" sz="11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危险之处在于“fp16 比 fp32 快”这个方向完全正确，所以没人怀疑幅度。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218688"/>
            <a:ext cx="11057839" cy="1170432"/>
          </a:xfrm>
          <a:prstGeom prst="roundRect">
            <a:avLst>
              <a:gd name="adj" fmla="val 4688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68096" y="3364992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架构图是一张空白横条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3675888"/>
            <a:ext cx="1065550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value= 里写了裸 &lt;b&gt; 标签，文件从头就是非法 XML；draw.io CLI 退出码 0，只导出 2200×101 的空白。</a:t>
            </a:r>
            <a:endParaRPr lang="en-US" sz="11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现在生成器统一转义 + 布局自检，XML 合法性成了验收项。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498848"/>
            <a:ext cx="11057839" cy="1170432"/>
          </a:xfrm>
          <a:prstGeom prst="roundRect">
            <a:avLst>
              <a:gd name="adj" fmla="val 4688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68096" y="4645152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4C9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深度分支实测无效，原因是数据而不是模型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4956048"/>
            <a:ext cx="1065550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位 TIFF 被 convert("L") 饱和成纯白，深度通道是常数，消融里 CNN 只掉 0.0042。</a:t>
            </a:r>
            <a:endParaRPr lang="en-US" sz="11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量化影响：换成拉伸后 IoU 0.9916 —— 需要重训才能验证模块真实贡献。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三条在 docs/experiment-log.md 里都有现象、根因、修复与教训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总结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三件已完成，三件明确没做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交付物的可信度不来自“看起来完整”，而来自每一条都能被一条命令复核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5486400" cy="2084832"/>
          </a:xfrm>
          <a:prstGeom prst="roundRect">
            <a:avLst>
              <a:gd name="adj" fmla="val 2632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68096" y="2103120"/>
            <a:ext cx="5084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已完成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414016"/>
            <a:ext cx="508406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论文四项指标逐位复现（S 0.8718 / MAE 0.0501）</a:t>
            </a:r>
            <a:endParaRPr lang="en-US" sz="12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端到端 362 张 0 失败，P50 60.9 ms</a:t>
            </a:r>
            <a:endParaRPr lang="en-US" sz="12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工作站 + 批量 CLI + 34 项可执行验收自检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44768" y="1956816"/>
            <a:ext cx="5486400" cy="2084832"/>
          </a:xfrm>
          <a:prstGeom prst="roundRect">
            <a:avLst>
              <a:gd name="adj" fmla="val 2632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45936" y="2103120"/>
            <a:ext cx="5084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未完成（不掩饰）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345936" y="2414016"/>
            <a:ext cx="508406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检测 mAP@0.5 0.772 &lt; 0.85 目标</a:t>
            </a:r>
            <a:endParaRPr lang="en-US" sz="12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TensorRT 引擎未构建（本机内存不足）</a:t>
            </a:r>
            <a:endParaRPr lang="en-US" sz="12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深度流未用拉伸后的数据重训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261104"/>
            <a:ext cx="11057839" cy="1298448"/>
          </a:xfrm>
          <a:prstGeom prst="roundRect">
            <a:avLst>
              <a:gd name="adj" fmla="val 4225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68096" y="4407408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后续三件事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4718304"/>
            <a:ext cx="106555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用拉伸后的深度重训，验证 CMF / CNN 的真实贡献　2) 两路推理并行（60.9 → 约 45 ms）</a:t>
            </a:r>
            <a:endParaRPr lang="en-US" sz="12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与产线合作获取人工评级，做分级一致性检验（Cohen's κ）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 12 页 · 结论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可复现性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一条命令验证全部承诺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评审不需要相信我们，只需要跑一次；任何一条不满足就返回非 0 退出码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993392"/>
            <a:ext cx="6766560" cy="969264"/>
          </a:xfrm>
          <a:prstGeom prst="roundRect">
            <a:avLst>
              <a:gd name="adj" fmla="val 5660"/>
            </a:avLst>
          </a:prstGeom>
          <a:solidFill>
            <a:srgbClr val="1B2531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68096" y="213969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tools/verify.py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4688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项：指标文件 / 文档链接 / 忽略规则 / 图表齐全 / 单测全绿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3090672"/>
            <a:ext cx="6766560" cy="969264"/>
          </a:xfrm>
          <a:prstGeom prst="roundRect">
            <a:avLst>
              <a:gd name="adj" fmla="val 5660"/>
            </a:avLst>
          </a:prstGeom>
          <a:solidFill>
            <a:srgbClr val="1B2531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68096" y="323697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-m pytest tests -q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356616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passed，CPU-only，不需要权重与 GPU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4187952"/>
            <a:ext cx="6766560" cy="969264"/>
          </a:xfrm>
          <a:prstGeom prst="roundRect">
            <a:avLst>
              <a:gd name="adj" fmla="val 5660"/>
            </a:avLst>
          </a:prstGeom>
          <a:solidFill>
            <a:srgbClr val="1B2531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68096" y="433425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-m app.main --port 7860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46634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四点五秒起服务，四个 Tab 全部实测过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699248" y="1993392"/>
            <a:ext cx="3913632" cy="2286000"/>
          </a:xfrm>
          <a:prstGeom prst="roundRect">
            <a:avLst>
              <a:gd name="adj" fmla="val 2400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900416" y="2139696"/>
            <a:ext cx="3511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4C9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 11 篇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0" y="2487168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架构 · 功能 · 数据 · 评测 · 分级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 · 实验日志 · 分工 · 验收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 · 索引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863840" y="367588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每个数字标注来源文件；每张图由脚本生成，不手改 PNG。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99248" y="4443984"/>
            <a:ext cx="3913632" cy="1115568"/>
          </a:xfrm>
          <a:prstGeom prst="roundRect">
            <a:avLst>
              <a:gd name="adj" fmla="val 4918"/>
            </a:avLst>
          </a:prstGeom>
          <a:solidFill>
            <a:srgbClr val="1B2531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900416" y="4590288"/>
            <a:ext cx="3511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联系方式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900416" y="4901184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小组 7 人（A–G），分工与验收证据见</a:t>
            </a:r>
            <a:endParaRPr lang="en-US" sz="11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docs/team.md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tools/verify.py --json　→　{"failed": [], "passed": true}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GLIDE-Net 铁路表面缺陷检测</dc:title>
  <dc:subject>PptxGenJS Presentation</dc:subject>
  <dc:creator>GLIDE-Net course practice</dc:creator>
  <cp:lastModifiedBy>GLIDE-Net course practice</cp:lastModifiedBy>
  <cp:revision>1</cp:revision>
  <dcterms:created xsi:type="dcterms:W3CDTF">2026-10-22T13:16:08Z</dcterms:created>
  <dcterms:modified xsi:type="dcterms:W3CDTF">2026-10-22T13:16:08Z</dcterms:modified>
</cp:coreProperties>
</file>